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9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77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my\build\github\edt-hmi-studio\src\assets\ed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660" y="7123176"/>
            <a:ext cx="502920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57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HMI STUDIO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9601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the screen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4813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 runs your machine.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21284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46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code.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294436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one line.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next-generation no-code HMI studio — point, click, and your touchscreen comes to life.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F463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NOVEMBER 2026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337560" y="4553712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06240" y="4553712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OSX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74920" y="4553712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050" dirty="0"/>
          </a:p>
        </p:txBody>
      </p:sp>
      <p:pic>
        <p:nvPicPr>
          <p:cNvPr id="13" name="Image 1" descr="C:\Users\rojar\AppData\Local\Temp\claude\C--my-build-github-edt-hmi-studio\55c10cf8-84e9-4aa1-b39c-1cbd421e4f31\scratchpad\hero-vi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685800"/>
            <a:ext cx="4297680" cy="36210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525780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EAF1FE"/>
          </a:solidFill>
          <a:ln/>
        </p:spPr>
      </p:sp>
      <p:pic>
        <p:nvPicPr>
          <p:cNvPr id="15" name="Image 2" descr="C:\Users\rojar\AppData\Local\Temp\claude\C--my-build-github-edt-hmi-studio\55c10cf8-84e9-4aa1-b39c-1cbd421e4f31\scratchpad\icon-vivid-desi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540410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" y="57698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Design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9224" y="6062472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buttons, dials and lights onto your screen. As easy as arranging photos.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514600" y="525780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F1EBFC"/>
          </a:solidFill>
          <a:ln/>
        </p:spPr>
      </p:sp>
      <p:pic>
        <p:nvPicPr>
          <p:cNvPr id="19" name="Image 3" descr="C:\Users\rojar\AppData\Local\Temp\claude\C--my-build-github-edt-hmi-studio\55c10cf8-84e9-4aa1-b39c-1cbd421e4f31\scratchpad\icon-vivid-log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0904" y="5404104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660904" y="57698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Graph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2660904" y="6062472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lines between boxes to say what happens. “When this is pressed, do that.”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526280" y="525780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E4F4F1"/>
          </a:solidFill>
          <a:ln/>
        </p:spPr>
      </p:sp>
      <p:pic>
        <p:nvPicPr>
          <p:cNvPr id="23" name="Image 4" descr="C:\Users\rojar\AppData\Local\Temp\claude\C--my-build-github-edt-hmi-studio\55c10cf8-84e9-4aa1-b39c-1cbd421e4f31\scratchpad\icon-vivid-protoco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5404104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672584" y="57698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672584" y="6062472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talks to your machine all by itself. Modbus, serial and more — built in.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537960" y="525780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FBF1DE"/>
          </a:solidFill>
          <a:ln/>
        </p:spPr>
      </p:sp>
      <p:pic>
        <p:nvPicPr>
          <p:cNvPr id="27" name="Image 5" descr="C:\Users\rojar\AppData\Local\Temp\claude\C--my-build-github-edt-hmi-studio\55c10cf8-84e9-4aa1-b39c-1cbd421e4f31\scratchpad\icon-vivid-previe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4264" y="5404104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84264" y="57698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684264" y="6062472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work on your computer first. Try every button before it’s real.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8549640" y="5257800"/>
            <a:ext cx="1865376" cy="1691640"/>
          </a:xfrm>
          <a:prstGeom prst="roundRect">
            <a:avLst>
              <a:gd name="adj" fmla="val 4865"/>
            </a:avLst>
          </a:prstGeom>
          <a:solidFill>
            <a:srgbClr val="E9F2EA"/>
          </a:solidFill>
          <a:ln/>
        </p:spPr>
      </p:sp>
      <p:pic>
        <p:nvPicPr>
          <p:cNvPr id="31" name="Image 6" descr="C:\Users\rojar\AppData\Local\Temp\claude\C--my-build-github-edt-hmi-studio\55c10cf8-84e9-4aa1-b39c-1cbd421e4f31\scratchpad\icon-vivid-deplo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5944" y="5404104"/>
            <a:ext cx="310896" cy="31089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695944" y="57698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8695944" y="6062472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sends it to your device. That’s it. You’re done.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502920" y="71506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HMI Studio · v1.0  —  from idea to a running touchscreen, without writing a single line of code.</a:t>
            </a:r>
            <a:endParaRPr lang="en-US" sz="950" dirty="0"/>
          </a:p>
        </p:txBody>
      </p:sp>
      <p:pic>
        <p:nvPicPr>
          <p:cNvPr id="35" name="Image 7" descr="C:\Users\rojar\AppData\Local\Temp\claude\C--my-build-github-edt-hmi-studio\55c10cf8-84e9-4aa1-b39c-1cbd421e4f31\scratchpad\shapes-vivi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9720" y="7187184"/>
            <a:ext cx="1005840" cy="18288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63F2D3C3-AE99-17A1-9237-05939BEBC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7853" y="370332"/>
            <a:ext cx="493776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24128" y="384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HMI STUDIO</a:t>
            </a:r>
            <a:endParaRPr lang="en-US" sz="1100" dirty="0"/>
          </a:p>
        </p:txBody>
      </p:sp>
      <p:pic>
        <p:nvPicPr>
          <p:cNvPr id="4" name="Image 1" descr="C:\Users\rojar\AppData\Local\Temp\claude\C--my-build-github-edt-hmi-studio\55c10cf8-84e9-4aa1-b39c-1cbd421e4f31\scratchpad\shot-sp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68680"/>
            <a:ext cx="5394960" cy="337413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868680"/>
            <a:ext cx="5394960" cy="33741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 rot="-360000">
            <a:off x="4434840" y="658368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F4633A"/>
          </a:solidFill>
          <a:ln/>
          <a:effectLst>
            <a:outerShdw blurRad="76200" dist="25400" dir="5400000" algn="bl" rotWithShape="0">
              <a:srgbClr val="9A3412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355080" y="1417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F293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November 2026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6355080" y="20574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studio for your whole HMI — design it, wire it, connect it, try it, ship it. No code anywhere.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55080" y="3017520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223760" y="3017520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OSX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092440" y="3017520"/>
            <a:ext cx="7772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355080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try on all three platforms.</a:t>
            </a:r>
            <a:endParaRPr lang="en-US" sz="1100" dirty="0"/>
          </a:p>
        </p:txBody>
      </p:sp>
      <p:pic>
        <p:nvPicPr>
          <p:cNvPr id="13" name="Image 2" descr="C:\Users\rojar\AppData\Local\Temp\claude\C--my-build-github-edt-hmi-studio\55c10cf8-84e9-4aa1-b39c-1cbd421e4f31\scratchpad\shot-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709160"/>
            <a:ext cx="2377440" cy="149047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02920" y="4709160"/>
            <a:ext cx="2377440" cy="1490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2920" y="6254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Design</a:t>
            </a:r>
            <a:endParaRPr lang="en-US" sz="1050" dirty="0"/>
          </a:p>
        </p:txBody>
      </p:sp>
      <p:pic>
        <p:nvPicPr>
          <p:cNvPr id="16" name="Image 3" descr="C:\Users\rojar\AppData\Local\Temp\claude\C--my-build-github-edt-hmi-studio\55c10cf8-84e9-4aa1-b39c-1cbd421e4f31\scratchpad\shot-log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4096" y="4709160"/>
            <a:ext cx="2377440" cy="149047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054096" y="4709160"/>
            <a:ext cx="2377440" cy="1490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054096" y="6254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Graph</a:t>
            </a:r>
            <a:endParaRPr lang="en-US" sz="1050" dirty="0"/>
          </a:p>
        </p:txBody>
      </p:sp>
      <p:pic>
        <p:nvPicPr>
          <p:cNvPr id="19" name="Image 4" descr="C:\Users\rojar\AppData\Local\Temp\claude\C--my-build-github-edt-hmi-studio\55c10cf8-84e9-4aa1-b39c-1cbd421e4f31\scratchpad\shot-protoc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272" y="4709160"/>
            <a:ext cx="2377440" cy="149047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605272" y="4709160"/>
            <a:ext cx="2377440" cy="1490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605272" y="6254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50" dirty="0"/>
          </a:p>
        </p:txBody>
      </p:sp>
      <p:pic>
        <p:nvPicPr>
          <p:cNvPr id="22" name="Image 5" descr="C:\Users\rojar\AppData\Local\Temp\claude\C--my-build-github-edt-hmi-studio\55c10cf8-84e9-4aa1-b39c-1cbd421e4f31\scratchpad\shot-p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4709160"/>
            <a:ext cx="2377440" cy="149047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156448" y="4709160"/>
            <a:ext cx="2377440" cy="1490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8156448" y="6254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502920" y="717804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show a development build — features and appearance may change before release.</a:t>
            </a:r>
            <a:endParaRPr lang="en-US" sz="850" dirty="0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DA996E03-D3D0-93FB-8A37-120CB58EB7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928" y="269748"/>
            <a:ext cx="493776" cy="493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217</Words>
  <Application>Microsoft Office PowerPoint</Application>
  <PresentationFormat>Custom</PresentationFormat>
  <Paragraphs>36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Rojar Smith</cp:lastModifiedBy>
  <cp:revision>2</cp:revision>
  <dcterms:created xsi:type="dcterms:W3CDTF">2026-08-17T11:36:18Z</dcterms:created>
  <dcterms:modified xsi:type="dcterms:W3CDTF">2026-08-17T11:40:54Z</dcterms:modified>
</cp:coreProperties>
</file>